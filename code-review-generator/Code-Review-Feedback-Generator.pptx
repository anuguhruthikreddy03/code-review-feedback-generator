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Montserrat Bold"/>
      <p:regular r:id="rId19"/>
    </p:embeddedFont>
    <p:embeddedFont>
      <p:font typeface="Source Sans 3"/>
      <p:regular r:id="rId20"/>
    </p:embeddedFont>
    <p:embeddedFont>
      <p:font typeface="Source Sans 3 Bol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://prompt.py" TargetMode="External"/><Relationship Id="rId2" Type="http://schemas.openxmlformats.org/officeDocument/2006/relationships/hyperlink" Target="http://model.py" TargetMode="External"/><Relationship Id="rId3" Type="http://schemas.openxmlformats.org/officeDocument/2006/relationships/hyperlink" Target="http://parser.py" TargetMode="External"/><Relationship Id="rId4" Type="http://schemas.openxmlformats.org/officeDocument/2006/relationships/hyperlink" Target="http://main.py" TargetMode="External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06934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709987" y="1116583"/>
            <a:ext cx="1452339" cy="277564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3802484" y="1162794"/>
            <a:ext cx="172454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GENERATIVE AI PROJECT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239420" y="1111821"/>
            <a:ext cx="194518" cy="287089"/>
          </a:xfrm>
          <a:prstGeom prst="roundRect">
            <a:avLst>
              <a:gd name="adj" fmla="val 9517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874" y="1460599"/>
            <a:ext cx="8064252" cy="1752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Review Feedback Generator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1952030" y="3444850"/>
            <a:ext cx="5011341" cy="26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Generative AI Based Code Review Assistant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39874" y="3939108"/>
            <a:ext cx="8064252" cy="63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By:</a:t>
            </a:r>
            <a:pPr algn="l" indent="0" marL="0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Hruthik  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 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Technology: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Generative AI · LangChain · Gemini API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465" y="471860"/>
            <a:ext cx="1324198" cy="281434"/>
          </a:xfrm>
          <a:prstGeom prst="roundRect">
            <a:avLst>
              <a:gd name="adj" fmla="val 6475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7311" y="522163"/>
            <a:ext cx="1589708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1465" y="813048"/>
            <a:ext cx="4005783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1465" y="1618059"/>
            <a:ext cx="258477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Code Review Is: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1465" y="1983135"/>
            <a:ext cx="3855318" cy="106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Time-consuming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Dependent on reviewer availability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Inconsistent across teams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 during early development stages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61979" y="1618059"/>
            <a:ext cx="3855318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Developers Often Need Quick Feedback On: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1979" y="2198787"/>
            <a:ext cx="3855318" cy="106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 issues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Formatting problems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Readability</a:t>
            </a:r>
            <a:endParaRPr lang="en-US" sz="11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61979" y="3427809"/>
            <a:ext cx="3855318" cy="1075730"/>
          </a:xfrm>
          <a:prstGeom prst="roundRect">
            <a:avLst>
              <a:gd name="adj" fmla="val 2118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3784" y="3641899"/>
            <a:ext cx="189756" cy="1518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55344" y="3615184"/>
            <a:ext cx="3210148" cy="677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builds an AI-powered assistant that analyzes code snippets and generates structured review feedback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1779" y="350341"/>
            <a:ext cx="991493" cy="210517"/>
          </a:xfrm>
          <a:prstGeom prst="roundRect">
            <a:avLst>
              <a:gd name="adj" fmla="val 6870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8797" y="391195"/>
            <a:ext cx="1294656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1779" y="598512"/>
            <a:ext cx="3196307" cy="342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21779" y="1082129"/>
            <a:ext cx="8722221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main objective of this project is to: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1779" y="1349053"/>
            <a:ext cx="4103117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7" name="Shape 5"/>
          <p:cNvSpPr/>
          <p:nvPr/>
        </p:nvSpPr>
        <p:spPr>
          <a:xfrm>
            <a:off x="542255" y="1469529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672" y="1568872"/>
            <a:ext cx="162669" cy="1626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2255" y="1925166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Accept Input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2255" y="2152799"/>
            <a:ext cx="3862164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 a code snippet as input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9030" y="1349053"/>
            <a:ext cx="4103191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12" name="Shape 9"/>
          <p:cNvSpPr/>
          <p:nvPr/>
        </p:nvSpPr>
        <p:spPr>
          <a:xfrm>
            <a:off x="4739506" y="1469529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8923" y="1568872"/>
            <a:ext cx="162669" cy="1626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9506" y="1925166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Analyze Code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39506" y="2152799"/>
            <a:ext cx="3862239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the code using Generative AI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1779" y="2528441"/>
            <a:ext cx="4103117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17" name="Shape 13"/>
          <p:cNvSpPr/>
          <p:nvPr/>
        </p:nvSpPr>
        <p:spPr>
          <a:xfrm>
            <a:off x="542255" y="2648917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672" y="2748260"/>
            <a:ext cx="162669" cy="1626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2255" y="3104555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Detect Issues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2255" y="3332187"/>
            <a:ext cx="3862164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issues and risky patterns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19030" y="2528441"/>
            <a:ext cx="4103191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22" name="Shape 17"/>
          <p:cNvSpPr/>
          <p:nvPr/>
        </p:nvSpPr>
        <p:spPr>
          <a:xfrm>
            <a:off x="4739506" y="2648917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8923" y="2748260"/>
            <a:ext cx="162669" cy="1626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39506" y="3104555"/>
            <a:ext cx="168265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Suggest Improvements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739506" y="3332187"/>
            <a:ext cx="3862239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Suggest improvements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21779" y="3707829"/>
            <a:ext cx="4103117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27" name="Shape 21"/>
          <p:cNvSpPr/>
          <p:nvPr/>
        </p:nvSpPr>
        <p:spPr>
          <a:xfrm>
            <a:off x="542255" y="3828306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672" y="3927649"/>
            <a:ext cx="162669" cy="1626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255" y="4283943"/>
            <a:ext cx="151477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Structured Feedback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2255" y="4511576"/>
            <a:ext cx="3862164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structured review feedback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619030" y="3707829"/>
            <a:ext cx="4103191" cy="1085255"/>
          </a:xfrm>
          <a:prstGeom prst="roundRect">
            <a:avLst>
              <a:gd name="adj" fmla="val 1666"/>
            </a:avLst>
          </a:prstGeom>
          <a:solidFill>
            <a:srgbClr val="303132"/>
          </a:solidFill>
          <a:ln/>
        </p:spPr>
      </p:sp>
      <p:sp>
        <p:nvSpPr>
          <p:cNvPr id="32" name="Shape 25"/>
          <p:cNvSpPr/>
          <p:nvPr/>
        </p:nvSpPr>
        <p:spPr>
          <a:xfrm>
            <a:off x="4739506" y="3828306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8923" y="3927649"/>
            <a:ext cx="162669" cy="16266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39506" y="4283943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739506" y="4511576"/>
            <a:ext cx="3862239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 executing the code for security reasons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53976"/>
            <a:ext cx="1200820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904949"/>
            <a:ext cx="146350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202754"/>
            <a:ext cx="518316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Output Schema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026667"/>
            <a:ext cx="258469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JSON Output Structure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9874" y="2419350"/>
            <a:ext cx="3843933" cy="1696641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7" name="Shape 5"/>
          <p:cNvSpPr/>
          <p:nvPr/>
        </p:nvSpPr>
        <p:spPr>
          <a:xfrm>
            <a:off x="532209" y="2419350"/>
            <a:ext cx="3859262" cy="1696641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8" name="Text 6"/>
          <p:cNvSpPr/>
          <p:nvPr/>
        </p:nvSpPr>
        <p:spPr>
          <a:xfrm>
            <a:off x="725016" y="2573610"/>
            <a:ext cx="3473648" cy="138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"identified_issues": [],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"improvement_suggestions": [],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"code_quality_level": "",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"review_summary": ""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4956" y="2026667"/>
            <a:ext cx="2343894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System Returns: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4956" y="2400077"/>
            <a:ext cx="3843933" cy="154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Issues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Problems detected in the code snippet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Improvement Suggestions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Recommendations to enhance code quality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Quality Level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Overall assessment rating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Summary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Concise summary of findings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056" y="464269"/>
            <a:ext cx="1285131" cy="275630"/>
          </a:xfrm>
          <a:prstGeom prst="roundRect">
            <a:avLst>
              <a:gd name="adj" fmla="val 6507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7488" y="513829"/>
            <a:ext cx="155346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056" y="797793"/>
            <a:ext cx="3853755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Technologies Used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523056" y="1439466"/>
            <a:ext cx="8097887" cy="3239691"/>
          </a:xfrm>
          <a:prstGeom prst="roundRect">
            <a:avLst>
              <a:gd name="adj" fmla="val 69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819" y="1444228"/>
            <a:ext cx="8088362" cy="403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77317" y="1535832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14998" y="1535832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7819" y="1847999"/>
            <a:ext cx="8088362" cy="403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317" y="1939603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14998" y="1939603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819" y="2251770"/>
            <a:ext cx="8088362" cy="403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7317" y="2343373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14998" y="2343373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Interface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7819" y="2655540"/>
            <a:ext cx="8088362" cy="403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7317" y="2747144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14998" y="2747144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Workflow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7819" y="3059311"/>
            <a:ext cx="8088362" cy="403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7317" y="3150915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14998" y="3150915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Model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7819" y="3463082"/>
            <a:ext cx="8088362" cy="403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7317" y="3554685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14998" y="3554685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Output Parsing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7819" y="3866852"/>
            <a:ext cx="8088362" cy="4037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7317" y="3958456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14998" y="3958456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Instructions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7819" y="4270623"/>
            <a:ext cx="8088362" cy="4037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77317" y="4362227"/>
            <a:ext cx="339127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 Face Spaces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14998" y="4362227"/>
            <a:ext cx="500895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864" y="387028"/>
            <a:ext cx="1269950" cy="247650"/>
          </a:xfrm>
          <a:prstGeom prst="roundRect">
            <a:avLst>
              <a:gd name="adj" fmla="val 665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8003" y="432941"/>
            <a:ext cx="1552873" cy="155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864" y="683568"/>
            <a:ext cx="3806800" cy="39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907" y="1257374"/>
            <a:ext cx="7920186" cy="29720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5839" y="2014402"/>
            <a:ext cx="409110" cy="4091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1347" y="3413816"/>
            <a:ext cx="1194603" cy="41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 Feedback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8110" y="2015169"/>
            <a:ext cx="409110" cy="4091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5820" y="3413816"/>
            <a:ext cx="1194603" cy="41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Pydantic Parser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0765" y="2015169"/>
            <a:ext cx="409110" cy="409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79875" y="3518395"/>
            <a:ext cx="1423203" cy="209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Gemini LLM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3421" y="2015169"/>
            <a:ext cx="409110" cy="40911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11130" y="3413816"/>
            <a:ext cx="1194603" cy="41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 Template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77893" y="2015169"/>
            <a:ext cx="409111" cy="40911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456" y="3518395"/>
            <a:ext cx="1423203" cy="209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480864" y="4366989"/>
            <a:ext cx="8182273" cy="389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application follows a modular Generative AI architecture. Each stage processes the input sequentially, ensuring clean separation of concerns from user input through prompt formatting, AI analysis, output validation, and final structured feedback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465" y="426616"/>
            <a:ext cx="1501229" cy="281434"/>
          </a:xfrm>
          <a:prstGeom prst="roundRect">
            <a:avLst>
              <a:gd name="adj" fmla="val 6475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7311" y="476920"/>
            <a:ext cx="176673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1465" y="767804"/>
            <a:ext cx="4401592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1465" y="1423392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1465" y="1662410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31465" y="1776413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1465" y="2081733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enters code snippet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46712" y="1423392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6712" y="1662410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46712" y="1776413"/>
            <a:ext cx="1756544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 Formatting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6712" y="2081733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Prompt template formats the request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1465" y="2571006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1465" y="2810024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1465" y="2924026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Analysis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1465" y="3229347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model analyzes the code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6712" y="2571006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46712" y="2810024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46712" y="2924026"/>
            <a:ext cx="1936254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 Generation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46712" y="3229347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generates review feedback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1465" y="3718620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1465" y="3957637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1465" y="4071640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1465" y="4376961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 validates structured response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46712" y="3718620"/>
            <a:ext cx="303684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46712" y="3957637"/>
            <a:ext cx="3965823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46712" y="4071640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Display Output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46712" y="4376961"/>
            <a:ext cx="396582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displays formatted output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973559"/>
            <a:ext cx="1385813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1024533"/>
            <a:ext cx="164849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PROMPT ENGINEERING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322338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 Design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146250"/>
            <a:ext cx="3694881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Prompt Instructs the Model To: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9874" y="2519660"/>
            <a:ext cx="3843933" cy="1372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only the given code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 executing code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syntax and readability issues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structured JSON output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concise suggestions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146250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 Prompt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96309" y="2538933"/>
            <a:ext cx="406977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the following code snippet and provide: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96309" y="2909069"/>
            <a:ext cx="3612579" cy="1087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issues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Improvement suggestions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quality level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summary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64956" y="2538933"/>
            <a:ext cx="19050" cy="1457399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40209"/>
            <a:ext cx="1605632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891183"/>
            <a:ext cx="18683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 OUTPUT PARSER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188988"/>
            <a:ext cx="478460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Pydantic Output Parser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012900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Pydantic Ensures: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9874" y="2386310"/>
            <a:ext cx="3843933" cy="1087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responses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JSON validation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output format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012900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Fields Used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64956" y="2405583"/>
            <a:ext cx="1844799" cy="784920"/>
          </a:xfrm>
          <a:prstGeom prst="roundRect">
            <a:avLst>
              <a:gd name="adj" fmla="val 2948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8266" y="2578894"/>
            <a:ext cx="149817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identified_issues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4015" y="2405583"/>
            <a:ext cx="1844873" cy="784920"/>
          </a:xfrm>
          <a:prstGeom prst="roundRect">
            <a:avLst>
              <a:gd name="adj" fmla="val 2948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7325" y="2578894"/>
            <a:ext cx="1498253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improvement_suggestions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64956" y="3344763"/>
            <a:ext cx="1844799" cy="784920"/>
          </a:xfrm>
          <a:prstGeom prst="roundRect">
            <a:avLst>
              <a:gd name="adj" fmla="val 2948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8266" y="3518074"/>
            <a:ext cx="149817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code_quality_level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64015" y="3344763"/>
            <a:ext cx="1844873" cy="784920"/>
          </a:xfrm>
          <a:prstGeom prst="roundRect">
            <a:avLst>
              <a:gd name="adj" fmla="val 2948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7325" y="3518074"/>
            <a:ext cx="1498253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review_summary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1228055"/>
            <a:ext cx="1594917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1279029"/>
            <a:ext cx="1857598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 INPUT &amp;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576834"/>
            <a:ext cx="4917504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 Input &amp; Output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400746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 Input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9874" y="2793429"/>
            <a:ext cx="3843933" cy="771227"/>
          </a:xfrm>
          <a:prstGeom prst="roundRect">
            <a:avLst>
              <a:gd name="adj" fmla="val 3000"/>
            </a:avLst>
          </a:prstGeom>
          <a:solidFill>
            <a:srgbClr val="1E1F20"/>
          </a:solidFill>
          <a:ln/>
        </p:spPr>
      </p:sp>
      <p:sp>
        <p:nvSpPr>
          <p:cNvPr id="7" name="Shape 5"/>
          <p:cNvSpPr/>
          <p:nvPr/>
        </p:nvSpPr>
        <p:spPr>
          <a:xfrm>
            <a:off x="532209" y="2793429"/>
            <a:ext cx="3859262" cy="771227"/>
          </a:xfrm>
          <a:prstGeom prst="roundRect">
            <a:avLst>
              <a:gd name="adj" fmla="val 3000"/>
            </a:avLst>
          </a:prstGeom>
          <a:solidFill>
            <a:srgbClr val="1E1F20"/>
          </a:solidFill>
          <a:ln/>
        </p:spPr>
      </p:sp>
      <p:sp>
        <p:nvSpPr>
          <p:cNvPr id="8" name="Text 6"/>
          <p:cNvSpPr/>
          <p:nvPr/>
        </p:nvSpPr>
        <p:spPr>
          <a:xfrm>
            <a:off x="725016" y="2947690"/>
            <a:ext cx="347364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4956" y="2400746"/>
            <a:ext cx="22102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4956" y="2774156"/>
            <a:ext cx="3843933" cy="1087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Indentation issue detected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Suggest proper indentation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quality: Low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 error explanation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756" y="412626"/>
            <a:ext cx="2861295" cy="24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7756" y="917153"/>
            <a:ext cx="8605689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is divided into multiple modules for better maintainability.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7756" y="1269578"/>
            <a:ext cx="8148489" cy="1868388"/>
          </a:xfrm>
          <a:prstGeom prst="roundRect">
            <a:avLst>
              <a:gd name="adj" fmla="val 114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518" y="1274341"/>
            <a:ext cx="8138964" cy="371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4723" y="1357759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16587" y="1357759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518" y="1646113"/>
            <a:ext cx="8138964" cy="371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4723" y="1729532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6587" y="1729532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Prompt Template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518" y="2017886"/>
            <a:ext cx="8138964" cy="371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4723" y="2101304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6587" y="2101304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LLM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518" y="2389659"/>
            <a:ext cx="8138964" cy="371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4723" y="2473077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parser.py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6587" y="2473077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 Output Parser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518" y="2761431"/>
            <a:ext cx="8138964" cy="371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4723" y="2844850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6587" y="2844850"/>
            <a:ext cx="4239890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Application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7756" y="3334569"/>
            <a:ext cx="2522934" cy="24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Functionalities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7756" y="3773537"/>
            <a:ext cx="8148489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interaction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integration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parsing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Feedback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47378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794197"/>
            <a:ext cx="8064252" cy="63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Code Review Feedback Generator successfully demonstrates how Generative AI can automate code review processes.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874" y="2603971"/>
            <a:ext cx="8064252" cy="1087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Analyzes code snippets intelligently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structured review feedback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developer productivity</a:t>
            </a:r>
            <a:endParaRPr lang="en-US" sz="12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manual review effort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3864769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showcases the practical use of Large Language Models in software development workflows.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2026-05-22T16:58:45Z</dcterms:created>
  <dcterms:modified xsi:type="dcterms:W3CDTF">2026-05-22T16:58:45Z</dcterms:modified>
</cp:coreProperties>
</file>